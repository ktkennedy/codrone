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316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176" y="1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442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시간에 for문으로 별 피라미드를 만들었죠? 오늘은 한 단계 업그레이드! 다이아몬드, 속이 빈 네모, 숫자 피라미드를 만들고, 드론을 동그랗게 날리는 원형 비행 코드도 작성해요.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수업이 끝나면 네 가지를 할 수 있게 돼요. 전부 지난 시간에 배운 이중 for문이 기본이니까 걱정 마세요!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지난 시간에 만든 피라미드예요! print에서 별을 i개만큼 곱해서 출력했죠. 오늘은 이 피라미드를 변형해서 새로운 모양들을 만들 거예요. 안쪽의 공식만 바꾸면 완전히 다른 모양이 나와요!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다이아몬드는 위쪽 절반이 피라미드, 아래쪽 절반이 역피라미드예요. 지난 시간에 피라미드 만드는 법을 이미 배웠으니까, 그걸 두 번 쓰면 다이아몬드가 되는 거예요!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파이썬은 문자열 곱하기가 돼서 코드가 짧아요! 공백을 n-i개, 별을 2*i-1개 만들어요. 윗부분은 i가 1에서 n까지 올라가고, 아랫부분은 n-1에서 1까지 내려가요. n을 5로 바꾸면 더 큰 다이아몬드가 돼요!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줄과 마지막 줄은 별을 가득 찍고, 중간 줄은 양 끝만 별이에요. for문 안에 if문을 넣으면 이렇게 조건에 따라 다르게 출력할 수 있어요. or는 '또는'이라는 뜻이에요!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5x5 속이 빈 네모예요! n을 바꾸면 크기가 달라져요. 7로 바꾸면 7x7, 10으로 바꾸면 10x10! for문과 if문을 합치면 이렇게 조건에 따라 다른 모양을 만들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피라미드 코드에서 별 대신 j를 출력하면 숫자 피라미드가 돼요! end=" "는 줄바꿈 대신 공백을 넣으라는 뜻이에요. j 대신 i를 넣으면 1, 2 2, 3 3 3 이렇게 같은 숫자가 반복되는 패턴도 만들 수 있어요!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다이아몬드가 위에 피라미드, 아래에 역피라미드였죠? 모래시계는 반대! 위가 역피라미드, 아래가 피라미드예요. 빨리 끝낸 친구만 도전해 보세요!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정말 많은 패턴을 만들었어요! 핵심은 for문의 공식을 바꾸면 완전히 다른 모양이 나온다는 거예요. 다음 시간에는 while 반복문을 배울 건데, for문과 뭐가 다른지 비교해 볼 거니까 기대하세요!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dmin/Desktop/codrone/materials/PPT/.ppt-work/images/week06/slide0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286000"/>
            <a:ext cx="9144000" cy="2857500"/>
          </a:xfrm>
          <a:prstGeom prst="rect">
            <a:avLst/>
          </a:prstGeom>
          <a:solidFill>
            <a:srgbClr val="0C4A6E">
              <a:alpha val="80000"/>
            </a:srgbClr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rgbClr val="0C4A6E">
              <a:alpha val="90000"/>
            </a:srgbClr>
          </a:solidFill>
          <a:ln w="12700">
            <a:solidFill>
              <a:srgbClr val="0C4A6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 — for문 심화 패턴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 패턴 마스터!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914400" y="26517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다이아몬드, 속이 빈 네모, 숫자 피라미드까지!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피라미드를 발전시켜보자!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학습목표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for문으로 다양한 패턴을 직접 코딩한다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다이아몬드(◇) 패턴을 출력할 수 있다</a:t>
            </a: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속이 빈 네모(□)를 코딩할 수 있다</a:t>
            </a: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피라미드를 만들 수 있다</a:t>
            </a: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원형 비행 코드를 작성할 수 있다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복습!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피라미드, 기억나죠?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280160"/>
            <a:ext cx="4572000" cy="3108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 i in range(1, 6):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print("*" * i)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/Users/admin/Desktop/codrone/materials/PPT/.ppt-work/images/week06/slide04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다이아몬드 ◇ 원리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Users/admin/Desktop/codrone/materials/PPT/.ppt-work/images/week06/slide05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*     ← 윗부분: 공백 줄이고, 별 늘리고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***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***    ← 아랫부분: 공백 늘리고, 별 줄이고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*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다이아몬드 코드!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파이썬 코드 — 공백(n-i)개 + 별(2i-1)개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1234440"/>
            <a:ext cx="466344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325880"/>
            <a:ext cx="438912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3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윗부분 (피라미드)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n+1):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 "*(n-i) + "*"*(2*i-1))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 아랫부분 (역피라미드)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range(n-1, 0, -1):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 "*(n-i) + "*"*(2*i-1))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12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F5870AC-D13A-E528-612C-F7572BF66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8075" y="899853"/>
            <a:ext cx="24511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속이 빈 네모 □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테두리만 별! for + if의 만남!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1234440"/>
            <a:ext cx="466344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325880"/>
            <a:ext cx="438912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5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range(n):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== 0 or i == n-1: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print("*" * n)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print("*" + " "*(n-2) + "*")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12</a:t>
            </a:r>
            <a:endParaRPr lang="en-US" sz="9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40F963B9-497D-88DA-A4FD-10A82FED1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682" y="1434361"/>
            <a:ext cx="3023595" cy="24439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속이 빈 네모 결과!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6868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/Users/admin/Desktop/codrone/materials/PPT/.ppt-work/images/week06/slide08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914400"/>
            <a:ext cx="3749040" cy="3429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26280" y="960120"/>
            <a:ext cx="420624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  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  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  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줄/마지막 줄 → 별 5개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중간 줄 → 별 + 공백3개 + 별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✈️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피라미드 🔢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900000">
            <a:off x="8412480" y="4114800"/>
            <a:ext cx="1097280" cy="1097280"/>
          </a:xfrm>
          <a:prstGeom prst="triangle">
            <a:avLst/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04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 대신 숫자! print(j) 한 줄만 바꾸면 끝!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94360" y="1234440"/>
            <a:ext cx="4663440" cy="320040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1520" y="1325880"/>
            <a:ext cx="4389120" cy="3063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range(1, 6):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j in range(1, i+1):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print(j, end=" ")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print()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100"/>
              </a:spcAft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300"/>
              </a:spcAft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결과: 1 / 1 2 / 1 2 3 / 1 2 3 4 / 1 2 3 4 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49240" y="896112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E2E8F0">
              <a:alpha val="6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5303520" y="868680"/>
            <a:ext cx="3931920" cy="3520440"/>
          </a:xfrm>
          <a:prstGeom prst="roundRect">
            <a:avLst>
              <a:gd name="adj" fmla="val 3117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/Users/admin/Desktop/codrone/materials/PPT/.ppt-work/images/week06/slide0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914400"/>
            <a:ext cx="3840480" cy="34290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도전! 모래시계 ⏳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822960"/>
            <a:ext cx="5120640" cy="548640"/>
          </a:xfrm>
          <a:prstGeom prst="roundRect">
            <a:avLst>
              <a:gd name="adj" fmla="val 16667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640080" y="8961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다이아몬드를 뒤집으면 모래시계!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1554480"/>
            <a:ext cx="4937760" cy="2834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  ← 역피라미드 (별 줄어듦)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***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*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***   ← 피라미드 (별 늘어남)</a:t>
            </a: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*****</a:t>
            </a:r>
            <a:endParaRPr lang="en-US" sz="16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endParaRPr lang="en-US" sz="16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힌트: 다이아몬드 코드에서 위아래 순서만 바꾸면 끝!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60720" y="822960"/>
            <a:ext cx="3108960" cy="3749040"/>
          </a:xfrm>
          <a:prstGeom prst="roundRect">
            <a:avLst>
              <a:gd name="adj" fmla="val 3529"/>
            </a:avLst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/Users/admin/Desktop/codrone/materials/PPT/.ppt-work/images/week06/slide11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06440" y="868680"/>
            <a:ext cx="3017520" cy="36576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0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657600" y="0"/>
            <a:ext cx="3657600" cy="658368"/>
          </a:xfrm>
          <a:prstGeom prst="rect">
            <a:avLst/>
          </a:prstGeom>
          <a:solidFill>
            <a:srgbClr val="0EA5E9">
              <a:alpha val="5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320040" y="109728"/>
            <a:ext cx="457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109728"/>
            <a:ext cx="7132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정리!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955280" y="91440"/>
            <a:ext cx="1005840" cy="320040"/>
          </a:xfrm>
          <a:prstGeom prst="roundRect">
            <a:avLst>
              <a:gd name="adj" fmla="val 3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7955280" y="109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6주차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046720" y="-548640"/>
            <a:ext cx="1828800" cy="1828800"/>
          </a:xfrm>
          <a:prstGeom prst="ellipse">
            <a:avLst/>
          </a:prstGeom>
          <a:solidFill>
            <a:srgbClr val="38BDF8">
              <a:alpha val="20000"/>
            </a:srgbClr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-457200" y="3840480"/>
            <a:ext cx="1463040" cy="146304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804672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40080" y="84124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28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for문 공식만 바꾸면 무한한 패턴!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1371600"/>
            <a:ext cx="7863840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다이아몬드: 피라미드 + 역피라미드</a:t>
            </a: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속이 빈 네모: for + if 조합</a:t>
            </a: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숫자 피라미드: print(j)로 변환</a:t>
            </a: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드론 원형비행: 36 × 10도 = 360도</a:t>
            </a:r>
            <a:endParaRPr lang="en-US" sz="1800" dirty="0"/>
          </a:p>
          <a:p>
            <a:pPr marL="0" indent="0">
              <a:lnSpc>
                <a:spcPct val="125000"/>
              </a:lnSpc>
              <a:spcAft>
                <a:spcPts val="200"/>
              </a:spcAft>
              <a:buNone/>
            </a:pPr>
            <a:endParaRPr lang="en-US" sz="1800" dirty="0"/>
          </a:p>
          <a:p>
            <a:pPr marL="203200" indent="-2032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0C4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while 반복문!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74320" y="4800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코딩 교실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858000" y="48006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r">
              <a:buNone/>
            </a:pPr>
            <a:r>
              <a:rPr lang="en-US" sz="900" dirty="0">
                <a:solidFill>
                  <a:srgbClr val="A0AE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852</Words>
  <Application>Microsoft Macintosh PowerPoint</Application>
  <PresentationFormat>화면 슬라이드 쇼(16:9)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6주차 for문 패턴 마스터!</dc:title>
  <dc:subject>초등생 드론 코딩 교실 6주차</dc:subject>
  <dc:creator>강경태 (UNIST)</dc:creator>
  <cp:lastModifiedBy>(학부생) 정석준 (지구환경도시건설공학과)</cp:lastModifiedBy>
  <cp:revision>2</cp:revision>
  <dcterms:created xsi:type="dcterms:W3CDTF">2026-04-16T14:38:27Z</dcterms:created>
  <dcterms:modified xsi:type="dcterms:W3CDTF">2026-04-16T15:52:37Z</dcterms:modified>
</cp:coreProperties>
</file>