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8" r:id="rId7"/>
    <p:sldId id="265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225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68" y="2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32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여러분, 만약 "안녕하세요"를 100번 써야 한다면 어떻게 할 거예요? 100줄을 다 쓸 건가요? 오늘 배울 for 반복문을 쓰면 딱 2줄이면 돼요! 오늘은 for문으로 별 피라미드도 만들고, 네모도 그리고, 마지막에는 드론을 사각형으로 날리는 코드까지 만들어 볼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수업이 끝나면 여러분은 네 가지를 할 수 있게 돼요. for문이 뭔지 설명하기, 별로 피라미드 쌓기, 별로 네모 그리기, 그리고 마지막으로 드론을 네모 모양으로 날리는 코드 작성하기! 하나씩 차근차근 해볼 거니까 걱정하지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"안녕!"을 3번 출력하려면 같은 코드를 3줄 써야 해요. 만약 100번이면요? 100줄을 쓸 수는 없잖아요! for 반복문을 쓰면 몇 번이든 숫자 하나만 바꾸면 끝이에요. 3을 100으로 바꾸면 100번 반복! 프로그래머가 게을러서 반복문을 만든 게 아니라, 똑똑해서 만든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for문은 세 칸짜리 기차라고 생각해요. 첫 번째 칸은 어디서 출발할지(int i = 0), 두 번째 칸은 언제 멈출지(i &lt; 5), 세 번째 칸은 한 바퀴 돌고 어떻게 바뀔지(i++)예요. i++는 i = i + 1과 같은 뜻이에요. 중괄호 { } 안에 있는 코드가 반복돼요. 0부터 시작해서 4까지, 총 5번 반복하는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for문으로 별 피라미드를 만들어 볼 거예요! 바깥쪽 for문은 줄 수를 정해요. i가 1일 때 별 1개, i가 2일 때 별 2개... 이렇게요. 안쪽 for문은 그 줄에 별을 몇 개 찍을지 결정해요. for문 안에 for문이 들어가는 걸 '이중 반복문'이라고 해요. 처음엔 어려워 보이지만, 바깥은 줄, 안은 별이라고 기억하면 쉬워요!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A7CE-2AF8-16FB-4225-6E614E43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EFC73-A41D-A934-AD78-DB3C20D14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45035-7CCD-C11A-E729-82E223219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for문으로 별 피라미드를 만들어 볼 거예요! 바깥쪽 for문은 줄 수를 정해요. i가 1일 때 별 1개, i가 2일 때 별 2개... 이렇게요. 안쪽 for문은 그 줄에 별을 몇 개 찍을지 결정해요. for문 안에 for문이 들어가는 걸 '이중 반복문'이라고 해요. 처음엔 어려워 보이지만, 바깥은 줄, 안은 별이라고 기억하면 쉬워요!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74F70-09B9-9AC7-DA73-712148F1E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17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드디어 드론 코딩이에요! 사각형은 어떤 모양이에요? 네 변이 같은 길이죠. 그러면 '앞으로 3미터 가고, 오른쪽으로 90도 회전'을 4번 반복하면 사각형이 완성돼요! for문이 없으면 move_forward와 turn_right를 4번씩 써야 하지만, for문을 쓰면 한 번만 쓰고 4번 반복시키면 끝이에요. 이게 바로 for문의 힘이에요!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직접 해볼 시간이에요! 사각형 코드를 입력하고 실행해보세요. 드론이 진짜로 네모 모양으로 날아가는 걸 볼 수 있어요! 빨리 끝낸 친구는 도전 미션에 도전해 보세요. 삼각형은 3번 반복에 120도 회전, 별 모양은 5번 반복에 144도 회전이에요. 각도를 바꾸면 완전히 다른 모양이 나와서 정말 재미있어요!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for 반복문을 완전 정복했어요! for문의 세 부분(시작, 조건, 증가)을 이해하고, 이중 for문으로 피라미드랑 네모를 만들었고, 마지막에는 드론까지 사각형으로 날렸어요. 다음 시간에는 if/else 조건문을 배울 건데, '만약 ~라면 이렇게, 아니면 저렇게' 하는 거예요. 오늘 수고 많았어요!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5/slide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881337">
              <a:alpha val="80000"/>
            </a:srgbClr>
          </a:solidFill>
          <a:ln w="12700">
            <a:solidFill>
              <a:srgbClr val="8813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881337">
              <a:alpha val="90000"/>
            </a:srgbClr>
          </a:solidFill>
          <a:ln w="12700">
            <a:solidFill>
              <a:srgbClr val="8813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 — for 반복문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반복의 마법, for문!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일을 100번 반복? 코드 한 줄이면 끝!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 피라미드 &amp; 네모 그리기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반복문의 원리를 이해하고 다양한 패턴을 만든다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반복문의 구조를 설명할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for문으로 별(★) 피라미드를 출력할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for문으로 네모(□) 모양을 그릴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for문을 활용해 드론 사각형 비행 코드를 작성할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반복문이 왜 필요할까?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051560"/>
            <a:ext cx="35661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반복문 없이: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cout &lt;&lt; "안녕!" &lt;&lt; endl;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cout &lt;&lt; "안녕!" &lt;&lt; endl;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cout &lt;&lt; "안녕!" &lt;&lt; endl;  ← 3줄...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051560"/>
            <a:ext cx="35661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반복문 사용: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(int i = 0; i &lt; 3; i++) {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cout &lt;&lt; "안녕!" &lt;&lt; endl;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  ← 끝! 100번도 숫자만 바꾸면 OK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 for문 구조 파헤치기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(시작; 조건; 증가) { 반복할 코드 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99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298448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(int i = 0; i &lt; 5; i++) {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193852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1956816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cout &lt;&lt; i &lt;&lt; endl;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596896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715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61518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255264"/>
            <a:ext cx="502920" cy="5029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37413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273552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03250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264408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int i = 0   → 시작: 0부터 출발!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69087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906198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&lt; 5        → 조건: 5보다 작을 때까지!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23036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" y="53492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547021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i++          → 증가: 한 바퀴 돌 때마다 1 증가!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5888736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60076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590702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0, 1, 2, 3, 4 출력 (5개!)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 피라미드 만들기 ★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2" y="1069848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88133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</a:t>
            </a: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in range(1, 6):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print (“*” * </a:t>
            </a: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DC08B-2788-056E-B318-FCD816FCEE17}"/>
              </a:ext>
            </a:extLst>
          </p:cNvPr>
          <p:cNvSpPr txBox="1"/>
          <p:nvPr/>
        </p:nvSpPr>
        <p:spPr>
          <a:xfrm>
            <a:off x="5486400" y="1330712"/>
            <a:ext cx="2971800" cy="28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 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7D8C-E446-5BDF-B863-B054F9D5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E704E8-4359-00DF-8951-798BECE1197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CF323C-F41E-0458-569B-29565CC59F88}"/>
              </a:ext>
            </a:extLst>
          </p:cNvPr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36CDA7-D113-C6BF-D41C-8FC225180536}"/>
              </a:ext>
            </a:extLst>
          </p:cNvPr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D86CAA-8BFF-098D-D9E6-27FB0E8C80A4}"/>
              </a:ext>
            </a:extLst>
          </p:cNvPr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532488-B7E0-EFD9-C049-1C232CB12E5F}"/>
              </a:ext>
            </a:extLst>
          </p:cNvPr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 피라미드 만들기 ★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E99EE41-F05D-0676-5A93-528EF8BEF690}"/>
              </a:ext>
            </a:extLst>
          </p:cNvPr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28AB619-4619-61F1-7D4D-C51C0F47D4B5}"/>
              </a:ext>
            </a:extLst>
          </p:cNvPr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ECC4778-44C9-D06E-707C-79F320ACA786}"/>
              </a:ext>
            </a:extLst>
          </p:cNvPr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2CC0DAA-E876-825B-1281-B44256DC8ACA}"/>
              </a:ext>
            </a:extLst>
          </p:cNvPr>
          <p:cNvSpPr/>
          <p:nvPr/>
        </p:nvSpPr>
        <p:spPr>
          <a:xfrm>
            <a:off x="640082" y="1069848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= 5</a:t>
            </a:r>
            <a:endParaRPr lang="en-US" sz="1600" dirty="0">
              <a:solidFill>
                <a:srgbClr val="88133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</a:t>
            </a: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in range(1, n+1):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print (“ “ * (n-</a:t>
            </a: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+ “*”*(2*i-1))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02B9D49-2373-9C06-7DDD-4F4A79C6898D}"/>
              </a:ext>
            </a:extLst>
          </p:cNvPr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241F8F9-29DD-7ED1-A690-13B7216D89D8}"/>
              </a:ext>
            </a:extLst>
          </p:cNvPr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4D79D4-7824-DCBD-7466-17AA01F58FB7}"/>
              </a:ext>
            </a:extLst>
          </p:cNvPr>
          <p:cNvSpPr txBox="1"/>
          <p:nvPr/>
        </p:nvSpPr>
        <p:spPr>
          <a:xfrm>
            <a:off x="5486400" y="1330712"/>
            <a:ext cx="2971800" cy="286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*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***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*****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*******</a:t>
            </a:r>
            <a:endParaRPr lang="en-US" altLang="ko-KR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altLang="ko-KR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*********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0137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코딩! for문으로 사각형 비행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반복문 하나로 드론이 네모 경로를 날아간다!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 = 같은 동작 4번 반복!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앞으로 3m → 오른쪽 90도 회전 × 4번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drone.takeoff();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(int i = 0; i &lt; 4; i++) {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drone.move_forward(3);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drone.turn_right(90);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drone.land();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4줄 반복 대신 for문 하나로 끝!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5/slide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실습! 드론 사각형 비행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96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시뮬레이터에서 for문으로 드론을 날려보자!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493776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시뮬레이터 → 텍스트 코딩 모드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사각형 비행 코드 직접 입력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실행 버튼 클릭 → 드론이 네모로 날아감!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미션: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비행: 몇 번 반복? </a:t>
            </a: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각도는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사각형</a:t>
            </a: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sz="1600" dirty="0" err="1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비행</a:t>
            </a:r>
            <a:r>
              <a:rPr lang="en-US" altLang="ko-KR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: </a:t>
            </a:r>
            <a:r>
              <a:rPr lang="ko-KR" alt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몇 번 반복 </a:t>
            </a:r>
            <a:r>
              <a:rPr lang="en-US" altLang="ko-KR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? </a:t>
            </a:r>
            <a:r>
              <a:rPr lang="ko-KR" alt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각도는 </a:t>
            </a:r>
            <a:r>
              <a:rPr lang="en-US" altLang="ko-KR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</a:rPr>
              <a:t>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822960"/>
            <a:ext cx="3108960" cy="3749040"/>
          </a:xfrm>
          <a:prstGeom prst="roundRect">
            <a:avLst>
              <a:gd name="adj" fmla="val 3529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/Users/admin/Desktop/codrone/materials/PPT/.ppt-work/images/week05/slide1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868680"/>
            <a:ext cx="3017520" cy="3657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정리!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FB7185">
              <a:alpha val="20000"/>
            </a:srgbClr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for문은 같은 동작을 원하는 만큼 반복하는 마법의 코드!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for (시작; 조건; 증가) { 코드 }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이중 for문 → 별 피라미드, 네모 그리기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for문 + 드론 → 사각형 비행 성공!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공식: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피라미드: 안쪽 j &lt; i (줄마다 별 증가)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네모: 안쪽 j &lt; n (줄마다 별 동일)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드론 사각형: 4번 반복 (앞으로+90도 회전)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if/else 조건문!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1175</Words>
  <Application>Microsoft Macintosh PowerPoint</Application>
  <PresentationFormat>화면 슬라이드 쇼(16:9)</PresentationFormat>
  <Paragraphs>140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5주차 for 반복문 마스터!</dc:title>
  <dc:subject>초등생 드론 코딩 교실 5주차</dc:subject>
  <dc:creator>강경태 (UNIST)</dc:creator>
  <cp:lastModifiedBy>(대학원생) 강경태 (기계공학과)</cp:lastModifiedBy>
  <cp:revision>4</cp:revision>
  <dcterms:created xsi:type="dcterms:W3CDTF">2026-04-03T02:59:49Z</dcterms:created>
  <dcterms:modified xsi:type="dcterms:W3CDTF">2026-04-03T03:12:25Z</dcterms:modified>
</cp:coreProperties>
</file>