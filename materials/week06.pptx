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지난 주에 이륙이랑 착륙을 성공했으니까, 오늘은 한 단계 더 나아가서 원하는 높이로 정확하게 올라가고 내려오는 연습을 할 거예요. 1m, 3m처럼 특정 고도를 딱 맞추는 게 생각보다 어렵지만, 오늘 배우는 방법을 쓰면 훨씬 쉬워져요. 집중해서 따라오면 오늘 미션도 충분히 성공할 수 있어요!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강경태 선생님이에요. 선생님이 연구하는 자율주행 레이싱카도 트랙에서 정확한 속도와 방향을 계산해서 달려야 해요. 오늘 배우는 드론 고도 조절도 마찬가지예요, 얼마나 정확하게 원하는 값에 맞추느냐가 핵심이에요. 자동차든 드론이든 정밀한 제어가 기본이랍니다!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수업 목표는 다섯 가지예요. 가장 중요한 건 세 번째, 지정 고도에서 5초 이상 버티기예요. 5초가 짧아 보여도 드론이 흔들리면 의외로 길게 느껴져요. 하나씩 차근차근 배우다 보면 마지막 미션에서 다 쓸 수 있게 돼요!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스로틀은 자동차로 치면 액셀 페달이에요. 밟으면 빨라지고 떼면 느려지죠. 드론에서는 빨라지는 방향이 위쪽이에요. 네 개 프로펠러가 모두 빠르게 돌면 바람을 아래로 밀어내서 드론이 위로 떠오르는 거예요. 이 원리를 알면 얼마나 세게 눌러야 할지 감이 잡힐 거예요!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그래프를 보면 스로틀이랑 고도가 어떻게 연결되는지 한눈에 알 수 있어요. 선이 올라가는 구간은 스로틀을 누르고 있는 거고, 평평한 구간은 손을 뗀 호버링 상태예요. 오늘 미션은 이 그래프를 머릿속에 그리면서 스로틀을 조작하는 거예요. 그래프 모양을 따라가듯이 W 키를 눌렀다 뗐다 해보세요!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스로틀 조작의 비결은 '짧게 여러 번'이에요. W 키를 꾹 누르면 드론이 너무 빨리 올라가서 멈추기가 어려워요. 대신 W를 톡, 멈추고, 드론 위치 확인하고, 또 톡, 이렇게 반복하면 훨씬 정확하게 원하는 높이에 멈출 수 있어요. 피아노 건반을 짧게 치듯이 해보세요!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고도를 유지하는 건 생각보다 어려워요. 드론이 조금씩 올라가거나 내려오거든요. 그래서 고도계 숫자를 계속 보면서 1m에서 벗어날 것 같으면 바로 W나 S를 한 번 탭해줘야 해요. 마치 줄타기 하면서 균형 잡는 것처럼요. 처음엔 어렵지만 10번만 해보면 감이 온다고 약속해요!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미션은 세 층짜리 건물을 드론으로 올라갔다 내려오는 것처럼 생각하면 돼요. 1층(1m)에서 출발해서 3층(3m)까지 올라갔다가, 다시 1층으로 내려오는 거예요. 각 층에서 5초씩 멈춰야 하니까 호버링 연습이 핵심이에요. ±0.3m 오차가 있어도 되니까 너무 긴장하지 말고 도전해 보세요!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HUD는 Head-Up Display의 줄임말로, 비행 중에 필요한 정보를 화면에 띄워주는 거예요. 전투기 조종사도 HUD를 보면서 비행해요. 고도계 숫자를 소수점까지 읽는 연습을 해야 1.0m랑 1.3m 차이를 구분할 수 있어요. 숫자가 빠르게 바뀐다면 스로틀 조작이 너무 강한 거예요, 좀 더 부드럽게 해보세요!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 드론 조종사들은 목표 지점에 딱 맞춰서 멈추지 않아요. 조금 전에 미리 스로틀을 놔서 드론이 관성으로 딱 그 자리에 오도록 계산해요. 처음엔 어렵지만, 연습하다 보면 감이 생겨요. 오늘은 일단 목표 고도 0.2m 전에 손을 떼는 것만 연습해 봐요. 나머지는 자연스럽게 따라올 거예요!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이제 직접 해볼 시간이에요! 1회차엔 그냥 천천히 해보고, 2회차엔 W 키를 짧게 탭하는 방법을 써보고, 3회차엔 목표 고도 직전에 손을 떼는 예측 조작까지 해봐요. 3번 하다 보면 분명히 1회차보다 3회차가 훨씬 잘 될 거예요. 기록지에 시간도 써봐요, 자기가 얼마나 빨라졌는지 눈으로 확인할 수 있어요!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실수들은 선생님도 처음 드론 배울 때 다 겪은 것들이에요. 특히 과보정이 제일 많이 나와요. 드론이 흔들릴 때 너무 세게 반대로 눌러서 오히려 더 많이 흔들리는 거예요. 조금만 탭, 기다리고, 또 조금만 탭, 이걸 기억하세요. 침착하게 기다리는 것도 드론 조종의 중요한 기술이에요!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스로틀을 잘 다뤘으니까 다음 주에는 드디어 앞뒤 좌우로 날아다닐 거예요! 조종기 오른쪽 스틱을 쓰는 피치랑 롤 조작을 배우고, 사각형 경로를 따라 날아가는 미션도 있어요. 오늘 배운 호버링이 탄탄해야 이동 조작도 잘 된다는 거 잊지 마세요. 오늘도 정말 잘 했어요, 다음 주에 만나요!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min/Desktop/codrone/materials/PPT/.ppt-work/images/week06/slide0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286000"/>
            <a:ext cx="9144000" cy="2857500"/>
          </a:xfrm>
          <a:prstGeom prst="rect">
            <a:avLst/>
          </a:prstGeom>
          <a:solidFill>
            <a:srgbClr val="0C4A6E">
              <a:alpha val="80000"/>
            </a:srgbClr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0C4A6E">
              <a:alpha val="90000"/>
            </a:srgbClr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6주차 — 상승과 하강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올라가고 내려가고!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91440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원하는 고도를 정확히 맞추는 스로틀 정밀 조작을 배운다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스로틀 정밀 조작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0EA5E9">
              <a:alpha val="5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선생님 소개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46720" y="-548640"/>
            <a:ext cx="1828800" cy="1828800"/>
          </a:xfrm>
          <a:prstGeom prst="ellipse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457200" y="3840480"/>
            <a:ext cx="1463040" cy="146304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868680"/>
            <a:ext cx="3200400" cy="3794760"/>
          </a:xfrm>
          <a:prstGeom prst="roundRect">
            <a:avLst>
              <a:gd name="adj" fmla="val 3429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0" y="1097280"/>
            <a:ext cx="731520" cy="7315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1225296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85800" y="19659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강경태 선생님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" y="239572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UNIST 기계공학과 석사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276148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High-Assurance Mobility Control Lab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12724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지도교수: 권철현 교수님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77640" y="960120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24528" y="9144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선생님의 연구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160520" y="129844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자동차가 스스로 레이싱 트랙을 달리도록 하는 연구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160520" y="1645920"/>
            <a:ext cx="4480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없이 달리는 자율주행 레이싱카가 가장 빠른 길을 찾아 달리게 만들어요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160520" y="2331720"/>
            <a:ext cx="4297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77640" y="2514600"/>
            <a:ext cx="201168" cy="20116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24528" y="24688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드론과의 연결고리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160520" y="2816352"/>
            <a:ext cx="438912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자율주행 자동차 → 드론도 스스로 날아요!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센서와 프로그래밍 → 드론에도 같은 기술이!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알고리즘 → 드론의 두뇌를 만들어요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069080" y="4069080"/>
            <a:ext cx="4526280" cy="438912"/>
          </a:xfrm>
          <a:prstGeom prst="roundRect">
            <a:avLst>
              <a:gd name="adj" fmla="val 25000"/>
            </a:avLst>
          </a:prstGeom>
          <a:solidFill>
            <a:srgbClr val="F0F9FF"/>
          </a:solidFill>
          <a:ln w="12700">
            <a:solidFill>
              <a:srgbClr val="F0F9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4169664"/>
            <a:ext cx="4343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선생님은 로봇과 드론의 두뇌를 연구하는 전문가예요!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0EA5E9">
              <a:alpha val="5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학습목표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80467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스로틀 조작으로 지정 고도를 정확히 맞추고 5초 이상 유지한다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스로틀 스틱의 역할을 설명할 수 있다</a:t>
            </a:r>
            <a:endParaRPr lang="en-US" sz="18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1m, 3m 지정 고도로 상승할 수 있다</a:t>
            </a:r>
            <a:endParaRPr lang="en-US" sz="18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지정 고도를 5초 이상 유지(호버링)할 수 있다</a:t>
            </a:r>
            <a:endParaRPr lang="en-US" sz="18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지정 고도에서 부드럽게 하강할 수 있다</a:t>
            </a:r>
            <a:endParaRPr lang="en-US" sz="18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고도계 숫자를 읽고 조작에 활용할 수 있다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0EA5E9">
              <a:alpha val="5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스로틀이란? — 모터 출력을 내 손으로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868680"/>
            <a:ext cx="3840480" cy="3520440"/>
          </a:xfrm>
          <a:prstGeom prst="roundRect">
            <a:avLst>
              <a:gd name="adj" fmla="val 3117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0" descr="/Users/admin/Desktop/codrone/materials/PPT/.ppt-work/images/week06/slide0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914400"/>
            <a:ext cx="3749040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26280" y="960120"/>
            <a:ext cx="420624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스로틀 = 모터 전체 출력 비율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올리면 프로펠러 빠르게 회전 → 양력 증가 → 상승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내리면 프로펠러 느리게 회전 → 양력 감소 → 하강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= 양력일 때 → 호버링(공중 정지)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자동차 액셀과 비슷하지만 위아래로 작동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0EA5E9">
              <a:alpha val="5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고도와 스로틀의 관계 — 그래프로 보기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804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스로틀을 올릴수록 고도가 올라가고, 중립을 유지하면 고도가 유지된다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457200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X축: 시간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Y축: 고도(m)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구간 A: 스로틀 증가 → 고도 상승(기울기 가파름)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구간 B: 스로틀 중립 → 고도 유지(수평선)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구간 C: 스로틀 감소 → 고도 하강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핵심: 중립 구간이 넓을수록 호버링 안정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49240" y="896112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2E8F0">
              <a:alpha val="6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86868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0" descr="/Users/admin/Desktop/codrone/materials/PPT/.ppt-work/images/week06/slide0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914400"/>
            <a:ext cx="3840480" cy="3429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0EA5E9">
              <a:alpha val="5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부드럽게 올리는 비결 — 미세 조작의 기술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868680"/>
            <a:ext cx="3840480" cy="3520440"/>
          </a:xfrm>
          <a:prstGeom prst="roundRect">
            <a:avLst>
              <a:gd name="adj" fmla="val 3117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0" descr="/Users/admin/Desktop/codrone/materials/PPT/.ppt-work/images/week06/slide0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914400"/>
            <a:ext cx="3749040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26280" y="960120"/>
            <a:ext cx="420624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X: W 키 길게 누르기 → 고도 폭발적 상승 → 제어 어려움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O: W 키 짧게 여러 번 탭 → 고도 조금씩 상승 → 원하는 위치에서 정지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탭 간격: 0.2~0.3초 권장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고도 0.5m씩 올리는 연습 먼저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드론이 흔들리면 잠시 멈추고 안정 후 계속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0EA5E9">
              <a:alpha val="5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고도 유지 연습 — 눈금 기준으로 버티기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804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고도계 눈금을 기준으로 드론이 흔들려도 목표 고도로 되돌리는 연습을 한다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457200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고도계 화면 위치 확인하기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고도에서 ±0.2m 이내 유지 목표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드론이 낮아지면 W 한 번 탭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드론이 높아지면 S 한 번 탭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눈금에서 시선 떼지 않기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처음엔 1m 유지, 익숙해지면 3m 도전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49240" y="896112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2E8F0">
              <a:alpha val="6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86868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0" descr="/Users/admin/Desktop/codrone/materials/PPT/.ppt-work/images/week06/slide0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914400"/>
            <a:ext cx="3840480" cy="3429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0EA5E9">
              <a:alpha val="5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시뮬레이터 미션 — 1m→3m→1m 고도 여행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804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단계 고도를 순서대로 맞추며 스로틀 정밀 조작 능력을 검증한다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457200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1단계: 이륙 후 1m 고도에서 5초 유지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2단계: 3m 고도로 상승 후 5초 유지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3단계: 다시 1m로 하강 후 5초 유지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4단계: 안전 착륙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허용 오차: 각 단계 ±0.3m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제한 시간: 3분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49240" y="896112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2E8F0">
              <a:alpha val="6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86868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0" descr="/Users/admin/Desktop/codrone/materials/PPT/.ppt-work/images/week06/slide0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914400"/>
            <a:ext cx="3840480" cy="3429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0EA5E9">
              <a:alpha val="5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고도계 읽는 법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868680"/>
            <a:ext cx="3840480" cy="3520440"/>
          </a:xfrm>
          <a:prstGeom prst="roundRect">
            <a:avLst>
              <a:gd name="adj" fmla="val 3117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0" descr="/Users/admin/Desktop/codrone/materials/PPT/.ppt-work/images/week06/slide0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914400"/>
            <a:ext cx="3749040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26280" y="960120"/>
            <a:ext cx="420624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고도계 위치: 화면 좌측 또는 HUD 상단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단위: 미터(m)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숫자가 올라가면 상승 중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숫자가 내려가면 하강 중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숫자가 고정되면 호버링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 첫째 자리까지 확인 (예: 1.0m, 2.5m)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0EA5E9">
              <a:alpha val="5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미세 조작 테크닉 — 프로처럼 날기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868680"/>
            <a:ext cx="3840480" cy="3520440"/>
          </a:xfrm>
          <a:prstGeom prst="roundRect">
            <a:avLst>
              <a:gd name="adj" fmla="val 3117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0" descr="/Users/admin/Desktop/codrone/materials/PPT/.ppt-work/images/week06/slide1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914400"/>
            <a:ext cx="3749040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26280" y="960120"/>
            <a:ext cx="420624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 조작: 목표 고도 0.2m 전에 스로틀 중립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관성 때문에 드론이 조금 더 올라감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보정 조작: 흔들릴 때 반대 방향 한 번 탭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시선 분배: 고도계 70% + 드론 자세 30%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느리게 천천히가 빠르게 정확하게보다 낫다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0EA5E9">
              <a:alpha val="5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미션 안내 — 지금 바로 도전!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804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1m→3m→1m 미션을 3번 시도하며 매 시도마다 정확도를 높인다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457200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3번 시도 가능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1회차: 고도계 보면서 천천히 도전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2회차: 탭 입력 기법 적용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3회차: 예측 조작 시도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기록지에 각 단계 도달 시간 기록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 모두 성공 시 스티커 2장!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49240" y="896112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2E8F0">
              <a:alpha val="6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86868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0" descr="/Users/admin/Desktop/codrone/materials/PPT/.ppt-work/images/week06/slide1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914400"/>
            <a:ext cx="3840480" cy="3429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0EA5E9">
              <a:alpha val="5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흔한 실수와 해결법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868680"/>
            <a:ext cx="3840480" cy="3520440"/>
          </a:xfrm>
          <a:prstGeom prst="roundRect">
            <a:avLst>
              <a:gd name="adj" fmla="val 3117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0" descr="/Users/admin/Desktop/codrone/materials/PPT/.ppt-work/images/week06/slide1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914400"/>
            <a:ext cx="3749040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26280" y="960120"/>
            <a:ext cx="420624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실수1: 3m 넘어서 계속 상승 → 해결: 목표 0.2m 전에 손 떼기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실수2: 1m→3m 갈 때 너무 빠름 → 해결: 탭 속도 늦추기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실수3: 고도계 안 보고 감으로만 조작 → 해결: 항상 숫자 확인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실수4: 3m에서 1m로 너무 급하강 → 해결: S 키 탭 간격 넓히기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실수5: 흔들릴 때 반대 방향 과보정 → 해결: 아주 살짝만 탭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min/Desktop/codrone/materials/PPT/.ppt-work/images/week06/slide1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286000"/>
            <a:ext cx="9144000" cy="2857500"/>
          </a:xfrm>
          <a:prstGeom prst="rect">
            <a:avLst/>
          </a:prstGeom>
          <a:solidFill>
            <a:srgbClr val="0C4A6E">
              <a:alpha val="80000"/>
            </a:srgbClr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0C4A6E">
              <a:alpha val="90000"/>
            </a:srgbClr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 예고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주에는 피치와 롤 스틱으로 드론을 원하는 방향으로 이동시키는 법을 배운다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91440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탭 입력 기법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수업 수고했어요!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6주차 상승과 하강</dc:title>
  <dc:subject>초등생 드론 코딩 교실 6주차</dc:subject>
  <dc:creator>강경태 (UNIST)</dc:creator>
  <cp:lastModifiedBy>강경태 (UNIST)</cp:lastModifiedBy>
  <cp:revision>1</cp:revision>
  <dcterms:created xsi:type="dcterms:W3CDTF">2026-03-02T07:10:36Z</dcterms:created>
  <dcterms:modified xsi:type="dcterms:W3CDTF">2026-03-02T07:10:36Z</dcterms:modified>
</cp:coreProperties>
</file>