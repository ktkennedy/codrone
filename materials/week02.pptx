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여러분! 지난 주에 드론이 무엇인지, 어떤 종류가 있는지 배웠죠? 오늘은 드론 몸통 안에 어떤 부품들이 들어있는지 한번 파헤쳐 볼 거예요. 마치 드론을 유리로 만들어서 속이 다 보이는 것처럼 하나하나 살펴볼 거예요. 재미있을 것 같죠?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다시 만났어요! 저는 강경태 선생님이에요. 지난 주에 제가 자율주행 레이싱카 연구를 한다고 했죠? 사실 그 연구에도 드론 부품과 비슷한 센서와 컴퓨터가 사용돼요. 오늘 배울 드론 부품들이 자동차나 로봇에도 비슷하게 쓰인다는 걸 기억해두면 나중에 더 많은 걸 이해할 수 있을 거예요!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우리가 달성할 목표를 같이 읽어봐요. 드론 안에 있는 다섯 가지 핵심 부품, 즉 프로펠러, 모터, 프레임, 배터리, 비행 컨트롤러를 배울 거예요. 이름이 좀 어렵게 느껴질 수 있지만, 하나씩 친숙한 예시로 설명해 줄 테니 걱정하지 마세요. 수업이 끝나면 여러분이 친구한테 직접 설명해줄 수 있을 정도로 이해하게 될 거예요!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오늘 수업의 지도예요. 드론 그림에 번호가 붙어있는 것 보이죠? 1번부터 5번까지 하나씩 자세히 설명해 줄 거예요. 먼저 전체 그림을 보고, 이 부품들이 어디에 붙어있는지 대략 눈에 익혀두세요. 오늘 수업 끝에 다시 이 그림을 보면 훨씬 더 잘 보일 거예요!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프로펠러는 드론에서 가장 눈에 잘 띄는 부품이에요. 선풍기 날개처럼 생겼는데, 아주 빠르게 돌아가면서 공기를 아래로 밀어내요. 공기가 아래로 밀리면 그 반대로 드론이 위로 올라가는 원리예요. 수영장에서 물을 아래로 차면 몸이 위로 올라오는 것과 같아요! 프로펠러는 조심해야 해요. 빠르게 돌면 손가락이 다칠 수 있으니 절대 손으로 잡지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모터는 배터리에서 오는 전기를 받아서 프로펠러를 돌려주는 장치예요. 선풍기에도 모터가 들어있어서 날개를 돌려주죠? 드론에는 브러시리스 모터라는 특별한 종류가 쓰여요. 오래되어도 잘 닳지 않고 아주 빠르게 돌 수 있어요. 네 개의 모터 중 어떤 것은 빠르게, 어떤 것은 느리게 돌려서 드론이 앞뒤 좌우로 움직일 수 있답니다!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프레임은 드론의 뼈대예요. 우리 몸에도 뼈가 없으면 흐물흐물해서 설 수 없는 것처럼, 드론도 프레임이 없으면 부품들이 제자리를 못 잡아요. 드론 프레임은 가벼우면서 튼튼해야 해서 탄소 섬유나 특수 플라스틱으로 만들어요. 프레임 끝에 뻗어 나온 팔 모양의 암(Arm)이 모터와 프로펠러를 달고 있어요. X자 모양이 가장 흔하죠!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배터리는 드론의 에너지를 담아두는 창고예요. 스마트폰 배터리와 비슷하게 생겼지만 드론에는 LiPo, 즉 리튬 폴리머 배터리를 써요. 가볍고 전기를 많이 담을 수 있어서 드론에 딱 맞아요. 하지만 한 번 충전하면 대부분 10~25분 정도밖에 못 날아요. 배터리 경고음이 울리면 바로 착륙해야 해요, 안 그러면 드론이 갑자기 떨어질 수 있거든요!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비행 컨트롤러는 드론에서 가장 중요한 부품이에요. 우리 몸의 뇌처럼 모든 결정을 내리는 역할을 해요. 드론이 기울어지면 어떤 모터를 더 빠르게 돌려서 균형을 잡을지 계산하는 것도 FC가 해요. 나중에 우리가 코딩으로 드론에게 '앞으로 가', '왼쪽으로 돌아' 라고 명령을 내릴 때, 그 명령을 직접 받는 게 바로 이 비행 컨트롤러예요!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드론 부품이 아직 헷갈리나요? 그러면 우리 몸과 비교해볼게요! 비행 컨트롤러는 모든 걸 판단하는 뇌, 배터리는 에너지를 공급하는 심장, 프레임은 몸을 지탱하는 뼈대, 모터는 움직임을 만드는 근육, 프로펠러는 실제로 일을 하는 손발이에요. 이렇게 생각하면 훨씬 기억하기 쉽죠? 사람 몸과 드론이 정말 비슷하게 생겼네요!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각 부품을 다 배웠으니, 부품들이 어떻게 연결되어 있는지 알아볼게요. 배터리에서 나온 전기는 비행 컨트롤러와 모터로 흘러가요. 우리가 조종기로 '앞으로 가'라는 신호를 보내면, 그 신호가 비행 컨트롤러로 가서 '앞쪽 모터를 조금 느리게 해!'라는 명령을 내려요. 그러면 드론이 앞으로 기울면서 앞진하게 되죠. 모든 게 1초도 안 되는 시간에 일어나요!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 시간이에요! 오늘 배운 부품 이름을 잘 기억하고 있는지 확인해봐요. 선생님이 힌트를 하나씩 읽으면 손을 들고 답을 말해줘요. 첫 번째 문제, 드론의 두뇌 역할을 하는 부품은 무엇일까요? 맞아요, 비행 컨트롤러예요! 두 번째, 프로펠러를 직접 돌려주는 것은? 세 번째, 전기를 공급하는 창고 역할은? 다들 잘 알고 있네요!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드론 부품을 모두 배웠어요, 정말 잘했어요! 다음 주엔 드론이 어떻게 앞뒤로 가고 좌우로 도는지, 그 움직임의 원리를 배울 거예요. 스로틀, 롤, 피치, 요라는 멋진 이름의 움직임들인데, 이름만 들으면 어렵지만 실제로 보면 금방 이해할 수 있어요. 집에 가서 오늘 배운 부품 이름을 가족한테 설명해보세요. 설명할 수 있으면 진짜 아는 거예요!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2/slide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64E3B">
              <a:alpha val="80000"/>
            </a:srgbClr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2주차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구조 — 드론 몸속 여행!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각 부품이 어떤 역할을 하는지 오늘 모두 배운다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프로펠러·모터·프레임·배터리·비행 컨트롤러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 소개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457200" y="3840480"/>
            <a:ext cx="1463040" cy="146304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86868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09728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2252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강경태 선생님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23957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UNIST 기계공학과 석사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2761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High-Assurance Mobility Control Lab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1272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지도교수: 권철현 교수님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9601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선생님의 연구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60520" y="12984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자동차가 스스로 레이싱 트랙을 달리도록 하는 연구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60520" y="164592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없이 달리는 자율주행 레이싱카가 가장 빠른 길을 찾아 달리게 만들어요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2331720"/>
            <a:ext cx="4297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251460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2468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드론과의 연결고리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60520" y="2816352"/>
            <a:ext cx="43891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자율주행 자동차 → 드론도 스스로 날아요!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센서와 프로그래밍 → 드론에도 같은 기술이!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알고리즘 → 드론의 두뇌를 만들어요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69080" y="4069080"/>
            <a:ext cx="4526280" cy="43891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169664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선생님은 로봇과 드론의 두뇌를 연구하는 전문가예요!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수업이 끝나면 드론 5대 부품의 이름과 역할을 모두 설명할 수 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프로펠러의 역할을 설명할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모터가 프로펠러를 돌리는 원리를 말할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프레임·배터리·비행 컨트롤러(FC)의 기능을 각각 설명할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부품들이 서로 어떻게 연결되는지 말할 수 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전체 구조 한눈에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드론은 프로펠러·모터·프레임·배터리·비행 컨트롤러 5가지 핵심 부품으로 이루어진다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프로펠러 — 공기를 아래로 밀어 드론을 띄운다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모터 — 프로펠러를 빠르게 돌린다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프레임 — 모든 부품을 잡아주는 뼈대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배터리 — 드론에 전기를 공급한다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비행 컨트롤러(FC) — 드론의 두뇌, 모든 것을 제어한다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2/slide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프로펠러 (Propeller)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프로펠러는 빠르게 회전하며 공기를 아래로 밀어내 드론을 하늘로 띄운다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날개처럼 생긴 회전 날개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아래로 밀면 드론이 위로 올라가요 (작용-반작용)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방향·반시계 방향 프로펠러가 함께 사용됨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쿼드콥터는 4개, 헥사콥터는 6개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2/slide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모터 (Motor)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모터는 전기 에너지를 받아 프로펠러를 회전시키는 드론의 심장이다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→ 회전 운동으로 변환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브러시리스(Brushless) 모터 사용 — 빠르고 오래가요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프로펠러마다 모터 1개씩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회전 속도를 바꿔 드론 방향을 제어해요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2/slide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프레임 (Frame)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프레임은 모든 부품을 제자리에 붙들어 주는 드론의 뼈대이다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몸통, 뼈대 역할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가볍고 튼튼한 카본 파이버(탄소섬유) 또는 플라스틱 소재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암(Arm): 프레임에서 뻗어 나온 팔, 모터를 지지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무게와 강도의 균형이 중요해요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2/slide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배터리 (Battery)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배터리는 드론에 전기를 공급하는 에너지원으로 LiPo 배터리가 주로 쓰인다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에너지 창고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LiPo(리튬 폴리머) 배터리 — 가볍고 많은 전기 저장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충전 시 비행 시간 약 10~25분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잔량 부족 시 경고음 → 즉시 착륙!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2/slide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비행 컨트롤러 (FC, Flight Controller)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 컨트롤러는 센서 정보를 받아 모터를 제어하는 드론의 두뇌이다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두뇌(컴퓨터)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자이로·가속도 센서로 기울기·속도 측정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조종 신호를 받아 4개 모터 속도를 계산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코딩으로 명령을 내리는 대상이 바로 FC!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2/slide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드론과 사람 몸 비교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2/slide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 컨트롤러 = 뇌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= 심장(에너지 공급)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= 뼈대(골격)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= 근육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 = 손발(직접 일하는 부분)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→ 심장 → 뼈 → 근육 → 손발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연결 관계도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→ 비행 컨트롤러 → 모터 → 프로펠러 순서로 에너지와 신호가 흐른다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→ 전기 공급 → FC &amp; 모터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 → 신호 → 모터 4개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→ 회전 → 프로펠러 4개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조종기 → 무선 신호 → FC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 → 센서 피드백 → 자동 균형 유지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2/slide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퀴즈 — 맞혀봐요!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'두뇌' 역할을 하는 부품은?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비행 컨트롤러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판단을 내리는 드론의 두뇌예요.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7355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071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프로펠러를 직접 돌려주는 부품은?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모터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받아 프로펠러를 돌려줘요.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6247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963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드론에 전기 에너지를 공급하는 부품은?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220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배터리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담아두는 드론의 에너지 창고예요.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2/slide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64E3B">
              <a:alpha val="80000"/>
            </a:srgbClr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예고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주엔 드론의 움직임(상승·하강·전후좌우·회전)과 조종 원리를 배운다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배울 내용: 스로틀·롤·피치·요 4가지 움직임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 수고했어요!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2주차 드론의 구조</dc:title>
  <dc:subject>초등생 드론 코딩 교실 2주차</dc:subject>
  <dc:creator>강경태 (UNIST)</dc:creator>
  <cp:lastModifiedBy>강경태 (UNIST)</cp:lastModifiedBy>
  <cp:revision>1</cp:revision>
  <dcterms:created xsi:type="dcterms:W3CDTF">2026-03-02T06:56:19Z</dcterms:created>
  <dcterms:modified xsi:type="dcterms:W3CDTF">2026-03-02T06:56:19Z</dcterms:modified>
</cp:coreProperties>
</file>