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드론이 빙글 돌면서 방향을 바꾸는 기술을 배울 거예요! 지난 시간에는 드론을 앞뒤좌우로 이동시켰다면, 오늘은 드론이 바라보는 방향 자체를 바꾸는 방법을 익힙니다. 나침반처럼 동서남북을 가리킬 수 있도록 드론을 회전시키는 게 오늘의 목표예요. 수업 마지막에는 삼각형 경로와 8자 비행에도 도전할 거니까 기대해 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 여러분, 강경태 선생님이에요! 저는 자동차가 레이싱 트랙에서 가장 빠른 길을 스스로 찾아내는 방법을 연구하고 있어요. 자동차가 트랙의 커브를 돌 때 어느 방향으로 얼마나 핸들을 꺾어야 할지를 스스로 학습하는 거랍니다. 오늘 배울 드론 회전도 방향을 잘 조절하는 것이 핵심인데, 제 연구와도 비슷한 점이 많아요. 함께 재미있게 배워봐요!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배울 내용을 먼저 정리해 봐요. 요(Yaw)라는 개념을 배우고, 조종기의 왼쪽 스틱을 좌우로 움직여서 드론이 원하는 방향을 바라보도록 조종하는 방법을 익힐 거예요. 또 헤딩이라는 개념도 배우는데, 드론이 현재 어느 방향을 향하고 있는지를 말하는 거랍니다. 마지막에는 동서남북으로 90도씩 회전하는 미션과 삼각형 경로 비행에 도전해요!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요(Yaw)는 드론이 수직 축을 중심으로 빙글 도는 것을 말해요. 팽이가 제자리에서 돌아가는 것처럼, 드론도 하늘에서 제자리를 유지하면서 방향만 바꿀 수 있어요. 피치는 앞뒤로, 롤은 좌우로 기울어지는 것이었다면, 요는 드론 전체가 돌아가는 거예요. 위에서 내려다봤을 때 드론이 시계방향이나 반시계방향으로 도는 걸 상상해 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스틱을 좌우로 움직이면 드론이 회전해요. 왼쪽으로 밀면 드론이 반시계 방향으로, 오른쪽으로 밀면 시계 방향으로 돌아요. 스틱을 더 세게 밀수록 더 빠르게 돌아가니까, 처음에는 살살 움직여 보세요. 왼쪽 스틱의 위아래는 고도(스로틀)를 조절하는 거고, 좌우만 요 회전이라는 것도 꼭 기억해 두세요!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헤딩은 드론이 지금 어느 방향을 바라보고 있는지를 말해요. 나침반을 생각해 보면 쉬워요. 북쪽이 0도, 동쪽이 90도, 남쪽이 180도, 서쪽이 270도예요. 드론을 요 회전으로 돌리면 헤딩이 바뀌어요. 헤딩이 중요한 이유는, 드론이 바라보는 방향으로 전진하기 때문에 헤딩을 모르면 드론이 어디로 날아갈지 알 수 없거든요!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드론을 정확히 90도 돌리는 게 처음에는 어렵게 느껴질 수 있어요. 스틱을 짧게 살짝 눌렀다가 떼는 방식으로 조금씩 방향을 맞춰보세요. 드론의 앞면에 있는 LED나 색깔 표시를 보면 드론이 어느 방향을 향하고 있는지 알 수 있어요. 90도를 한 번에 돌리려 하지 말고, 조금씩 조금씩 맞춰가는 게 훨씬 정확해요!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드론을 더 자유롭게 날리려면 회전과 이동을 함께 써야 해요. 처음에는 먼저 방향을 돌리고, 완전히 멈춘 다음에 앞으로 나아가는 순서로 해보세요. 이게 익숙해지면 회전하면서 동시에 이동하는 것도 도전해 볼 수 있어요. 두 스틱을 동시에 쓰는 게 어렵지만, 연습하면 드론이 훨씬 부드럽게 날아간답니다!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미션은 제자리에서 빙글 돌기예요! 드론을 일정 높이로 띄우고, 그 자리에서 이동하지 않은 채로 북쪽, 동쪽, 남쪽, 서쪽을 차례로 바라보도록 회전시키면 돼요. 각 방향에서 3초 이상 드론을 멈춰주세요. 드론 앞면의 LED 방향을 보면서 90도를 맞춰보면 훨씬 쉬워요. 천천히 해도 괜찮으니까 정확하게 해보세요!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미션은 삼각형 경로 비행이에요! 앞으로 날아가다가 꼭짓점에서 멈추고, 120도 회전해서 다시 앞으로 나아가면 삼각형이 그려져요. 삼각형은 세 꼭짓점이 있으니까 방향 전환을 세 번 해야 해요. 각 꼭짓점에서 완전히 멈추고 방향을 잘 맞춘 다음에 전진하면 돼요. 수학 시간에 배운 삼각형을 드론으로 직접 그려보는 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8자 비행은 드론 조종에서 꽤 어려운 도전이에요! 두 개의 원을 이어붙인 모양으로 날아야 하는데, 한쪽 원을 돌면서 반대쪽 원으로 방향을 바꿔야 해요. 요 회전과 이동을 동시에 써야 하니까 쉽지 않지만, 성공하면 정말 뿌듯할 거예요. 처음에는 원의 크기를 넉넉하게 잡고 천천히 도전해 보세요. 8자 비행을 마스터하면 드론 조종 실력이 많이 늘었다는 증거예요!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배운 드론 조종 방법을 한번에 정리해 봐요! 왼쪽 스틱의 위아래는 고도, 왼쪽 스틱의 좌우는 회전이에요. 오른쪽 스틱의 위아래는 전진·후진, 오른쪽 스틱의 좌우는 좌이동·우이동이고요. 이 네 가지를 자유롭게 쓸 수 있으면 드론을 어디든 날릴 수 있어요. 이제 여러분은 드론 조종의 기초를 완전히 마스터한 거예요, 대단해요!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드론의 회전과 방향 전환을 배웠어요. 스로틀, 피치, 롤에 이어서 요까지 배웠으니 이제 드론 조종의 4가지 기본 움직임을 모두 알게 됐어요! 정말 대단하죠? 다음 시간에는 지금까지 배운 기술들을 합쳐서 더 멋진 비행을 해볼 거예요. 오늘도 정말 열심히 따라와 줘서 고마워요. 질문 있는 친구는 손들어 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8/slide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3B0764">
              <a:alpha val="80000"/>
            </a:srgbClr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3B0764">
              <a:alpha val="90000"/>
            </a:srgbClr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머리가 바라보는 방향을 바꿔봐요!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바꿔라!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드론이 바라보는 방향을 자유자재로 바꾸는 회전 조종 기술을 배운다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빙글빙글 돌아서 원하는 곳을 바라보자!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 소개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86868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097280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2252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강경태 선생님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23957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UNIST 기계공학과 석사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2761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High-Assurance Mobility Control Lab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1272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지도교수: 권철현 교수님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96012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선생님의 연구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60520" y="12984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자동차가 스스로 레이싱 트랙을 달리도록 하는 연구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60520" y="164592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없이 달리는 자율주행 레이싱카가 가장 빠른 길을 찾아 달리게 만들어요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331720"/>
            <a:ext cx="4297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2514600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2468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드론과의 연결고리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60520" y="2816352"/>
            <a:ext cx="43891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자율주행 자동차 → 드론도 스스로 날아요!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센서와 프로그래밍 → 드론에도 같은 기술이!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알고리즘 → 드론의 두뇌를 만들어요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69080" y="4069080"/>
            <a:ext cx="4526280" cy="438912"/>
          </a:xfrm>
          <a:prstGeom prst="roundRect">
            <a:avLst>
              <a:gd name="adj" fmla="val 25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169664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선생님은 로봇과 드론의 두뇌를 연구하는 전문가예요!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좌우 조작으로 드론을 회전시켜 원하는 방향을 바라보게 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요(Yaw)가 무엇인지 설명할 수 있다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좌우로 드론을 원하는 각도만큼 회전시킬 수 있다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헤딩(Heading) 개념을 이해하고 목표 방향을 맞출 수 있다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미션(동서남북 90도 회전 / 삼각형 경로)을 완주할 수 있다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8/slide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요(Yaw) 복습 – Z축 회전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요는 드론이 위에서 아래로 내려다보는 수직 축(Z축)을 중심으로 회전하는 것이다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요(Yaw) = 드론의 좌우 회전(Z축 기준)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드론을 위에서 보면 시계·반시계 방향으로 도는 것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피치(앞뒤 기울기), 롤(좌우 기울기)과 다른 회전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Z축 = 땅과 수직으로 세워진 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팽이가 제자리에서 도는 것과 같은 원리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8/slide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좌우 조작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8/slide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왼쪽 → 드론 반시계 방향 회전(왼쪽으로 돌기)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오른쪽 → 드론 시계 방향 회전(오른쪽으로 돌기)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스틱을 세게 밀수록 회전 속도가 빨라짐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스틱 중앙 = 회전 멈춤, 현재 방향 유지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위아래는 스로틀(고도) – 좌우만 요(Yaw)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헤딩이란? – 나침반 비유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헤딩은 드론이 현재 바라보는 방향이며, 나침반의 바늘처럼 방향을 나타낸다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헤딩(Heading) = 드론의 현재 방향(머리가 향하는 곳)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나침반처럼 북(0°)·동(90°)·남(180°)·서(270°)로 표현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드론을 정북 방향으로 세팅하면 헤딩 = 0°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회전으로 헤딩을 원하는 각도로 바꿀 수 있다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헤딩을 알아야 드론이 어느 방향으로 날아갈지 예측 가능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8/slide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방향 맞추기 – 90도 회전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회전으로 드론을 정확히 90도씩 회전시켜 원하는 방향을 바라보게 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90도 회전 = 한 방향(북)에서 다음 방향(동)으로 전환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스틱을 짧게 눌러 조금씩 회전시키며 각도를 맞춘다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앞면의 LED나 표시를 보고 방향 확인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후 스틱을 중앙으로 놓아 회전을 멈춘다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과도하게 돌지 않도록 스틱을 살살 조작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8/slide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+ 이동 동시 조작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8/slide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1: 회전 후 이동 – 먼저 요로 방향 전환, 그 다음 전진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2: 회전하면서 이동 – 왼쪽 스틱 좌우 + 오른쪽 스틱 위 동시 조작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초보: 방법 1(순차 조작)이 안전하고 쉬움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숙련: 방법 2(동시 조작)로 부드러운 곡선 비행 가능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드론의 현재 헤딩을 확인하며 조종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미션 1 – 동서남북 90도 회전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제자리에서 90도씩 요 회전하여 북→동→남→서 방향을 순서대로 바라본다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미션: 제자리 호버링 상태에서 북→동→남→서 90도씩 회전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조건: 각 방향에서 3초 이상 정지 유지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고도: 약 1~1.5m 유지하며 이동 없이 회전만 수행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팁: 왼쪽 스틱을 오른쪽으로 살살 밀어 시계방향 회전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팁: 드론 앞면 LED로 방향을 확인하며 90도 맞추기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8/slide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미션 2 – 삼각형 경로 비행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회전으로 방향을 바꾸고 전진을 반복하여 삼각형 경로를 완주한다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미션: 출발점 → A지점(5m 전진) → 요 120도 회전 → B지점(5m 전진) → 요 120도 회전 → 출발점 복귀(5m 전진)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조건: 세 꼭짓점에서 방향 전환 후 코스 완주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팁: 각 꼭짓점에서 완전히 멈추고 방향 전환 후 전진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내각의 합 = 180도, 외각 = 120도씩 회전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8/slide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8자 비행 도전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회전과 전후좌우 이동을 결합하면 8자 비행이라는 고급 패턴을 완주할 수 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 미션: 8자 경로 비행(두 개의 원이 붙은 모양)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순서: 왼쪽 원 → 8자 중앙 교차 → 오른쪽 원 → 중앙 교차 → 완주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 회전 + 전진 동시 조작 필요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팁: 처음에는 천천히, 원의 크기를 크게 잡으면 쉬워짐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8자 비행 성공 = 드론 조종 고급반 입문!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8/slide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조종 복습 – 스로틀+피치+롤+요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8/slid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스로틀(Throttle): 왼쪽 스틱 위아래 → 고도 상승·하강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요(Yaw): 왼쪽 스틱 좌우 → 방향 회전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피치(Pitch): 오른쪽 스틱 위아래 → 전진·후진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롤(Roll): 오른쪽 스틱 좌우 → 좌이동·우이동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07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축을 자유롭게 쓰면 원하는 모든 비행 가능!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8/slide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3B0764">
              <a:alpha val="80000"/>
            </a:srgbClr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3B0764">
              <a:alpha val="90000"/>
            </a:srgbClr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예고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배운 조종 기술을 바탕으로 다음 시간에는 더 재미있는 응용 비행을 배운다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것: 헤딩 개념과 90도 회전 미션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 수고했어요!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8주차 회전과 방향전환</dc:title>
  <dc:subject>초등생 드론 코딩 교실 8주차</dc:subject>
  <dc:creator>강경태 (UNIST)</dc:creator>
  <cp:lastModifiedBy>강경태 (UNIST)</cp:lastModifiedBy>
  <cp:revision>1</cp:revision>
  <dcterms:created xsi:type="dcterms:W3CDTF">2026-03-02T07:10:43Z</dcterms:created>
  <dcterms:modified xsi:type="dcterms:W3CDTF">2026-03-02T07:10:43Z</dcterms:modified>
</cp:coreProperties>
</file>