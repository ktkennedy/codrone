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 여러분! 오늘은 드론 코딩 11주차예요. 지금까지 이륙, 착륙, 이동을 각각 배웠는데, 오늘은 그걸 전부 합쳐서 복합 미션에 도전할 거예요! 마치 여러 가지 기술을 동시에 쓰는 게임처럼요. 준비됐나요?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수업에서는 총 네 가지를 배울 거예요. 정확하게 착륙하기, 장애물 피해서 날기, 여러 동작을 이어서 하기, 그리고 S자로 구불구불 날기예요. 어렵게 들리지만 차근차근 하면 다 할 수 있어요! 자신 있죠?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지난 시간에는 드론을 원하는 방향으로 이동시키는 미션을 했어요. 앞으로 가기, 뒤로 가기, 옆으로 가기 기억하나요? 오늘은 그 기술들을 전부 합쳐서 훨씬 멋진 비행을 해볼 거예요! 지난번에 잘했으니까 오늘도 분명 잘할 수 있을 거예요.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복합 미션은 어렵게 들리지만 사실 간단한 거예요! 예를 들어 이륙하고 → 앞으로 날고 → 고리를 통과하고 → 착륙하는 것처럼, 여러 동작을 순서대로 하는 거예요. 하나씩 천천히 생각하면서 하면 충분히 할 수 있어요. 한 단계씩 집중해보세요!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미션 7은 정밀 착륙이에요! 땅에 그려진 작은 원 안에 정확하게 착륙해야 해요. 마치 다트 게임에서 과녁 한가운데를 맞히는 것처럼요! 착륙할 때 너무 빠르게 내리지 말고, 천천히 위치를 조금씩 맞추면서 내리는 게 포인트예요.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미션 8은 장애물 피하기예요! 드론이 날아가는 길 위에 장애물이 있는데, 그걸 건드리지 않고 통과해야 해요. 비행하기 전에 먼저 코스를 잘 보고, 어디서 위로 올라가야 하고 어디서 옆으로 피해야 하는지 머릿속으로 계획을 세워 보세요. 계획이 있으면 훨씬 쉬워요!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미션 9는 오늘의 하이라이트예요! 이륙부터 착륙까지 네 가지 동작을 연속으로 해야 해요. 특히 링을 통과하는 부분이 핵심인데요, 링 중앙을 향해 똑바로 날아가는 게 포인트예요. 단계별로 하나씩 천천히 하면 충분히 완주할 수 있어요, 파이팅!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미션 10은 S자 비행이에요! 스키에서 깃발 사이를 구불구불 내려가는 슬라롬처럼, 드론도 좌우로 방향을 바꾸면서 코스를 완주해야 해요. 방향을 바꿀 때 너무 빠르면 코스를 벗어나기 쉬우니까, 방향을 틀기 직전에 조금 속도를 줄여 보세요. 부드럽게 하는 게 멋진 비행이에요!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점수를 잘 받으려면 채점 기준을 알아야 해요! 우선 미션을 끝까지 완주하는 게 가장 중요해요. 거기에 정확하게 하면 점수가 더 올라가요. 장애물에 닿으면 점수가 깎이니까 조심하세요. 어떤 미션부터 할지는 여러분이 선택할 수 있어요!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잘하는 비결을 알려드릴게요! 첫째, 날기 전에 코스를 눈으로 먼저 쭉 훑어보세요. 둘째, 절대 서두르지 마세요. 빠르게 하려다가 실수하면 더 늦어져요. 셋째, 실수했다고 당황하지 마세요. 침착하게 다시 조종하면 돼요. 여러분 모두 잘할 수 있어요!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배운 내용을 같이 정리해 봐요! 퀴즈를 맞히면서 오늘 내용을 다시 떠올려 보세요. 손을 들어서 대답해줄 사람? 정답은 없어요, 자신 있게 이야기해보세요! 오늘 복합 미션 모두 수고했어요, 정말 잘했어요!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시간이 정말 기대되죠? 다음 주에는 드디어 최종 도전 미션이에요! 시간 안에 코스를 완주하는 타임어택, 나만의 경로를 직접 설계하는 자유비행, 그리고 전체 랭킹과 시상식도 있어요! 이번 주 미션들을 열심히 연습해두면 다음 주에 더 잘할 수 있을 거예요. 기대해요!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/Desktop/codrone/materials/PPT/.ppt-work/images/week11/slide0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286000"/>
            <a:ext cx="9144000" cy="2857500"/>
          </a:xfrm>
          <a:prstGeom prst="rect">
            <a:avLst/>
          </a:prstGeom>
          <a:solidFill>
            <a:srgbClr val="0C4A6E">
              <a:alpha val="80000"/>
            </a:srgbClr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0C4A6E">
              <a:alpha val="90000"/>
            </a:srgbClr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11주차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기술을 합쳐라! 복합 미션 도전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이동, 착륙, 회피를 모두 합친 복합 미션에 도전한다!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착륙 · 장애물 회피 · 복합 경로 비행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기술을 합쳐서 복잡한 미션을 완수할 수 있다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착륙 미션을 통해 정확한 위치 조종을 할 수 있다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장애물 회피 비행 경로를 계획하고 실행할 수 있다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이륙→이동→링 통과→착륙 복합 경로를 완주할 수 있다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S자 비행 코스를 안정적으로 완료할 수 있다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시간에 뭘 배웠지?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457200" y="3840480"/>
            <a:ext cx="1463040" cy="146304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804672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84124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미션에서 배운 방향 조종이 오늘의 기초!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1371600"/>
            <a:ext cx="786384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앞뒤좌우 이동 조종법 익히기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속도와 방향 동시에 조절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지점까지 정확히 이동하기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거리와 시간 감각 키우기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 미션이란?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868680"/>
            <a:ext cx="3840480" cy="3520440"/>
          </a:xfrm>
          <a:prstGeom prst="roundRect">
            <a:avLst>
              <a:gd name="adj" fmla="val 3117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0" descr="/Users/admin/Desktop/codrone/materials/PPT/.ppt-work/images/week11/slide0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14400"/>
            <a:ext cx="374904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26280" y="960120"/>
            <a:ext cx="42062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미션: 한 가지 동작만 수행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 미션: 여러 동작을 이어서 수행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마치 달리기+점프+회전을 연속으로 하는 것처럼!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단계를 정확히 해야 다음 단계로 넘어갈 수 있음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미션 7 - 정밀 착륙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11주차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80467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목표 지점에 정확히 착륙하는 정밀함이 핵심!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39903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1298448"/>
            <a:ext cx="722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목표: 지정된 원 안에 정확히 착륙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1938528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05740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1956816"/>
            <a:ext cx="722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착륙 전 드론을 천천히 내리기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596896"/>
            <a:ext cx="502920" cy="502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1576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2615184"/>
            <a:ext cx="722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좌우 위치를 미세하게 조절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3255264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374136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273552"/>
            <a:ext cx="722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= 목표 지점과의 거리에 따라 결정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미션 8 - 장애물 회피 비행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장애물을 피하면서 코스를 완주하는 집중력 테스트!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코스 위에 기둥과 벽 형태의 장애물 배치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장애물에 닿으면 감점 또는 미션 실패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비행 전 코스를 먼저 눈으로 파악하기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좌우와 상하를 모두 조절하며 통과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4" name="Image 0" descr="/Users/admin/Desktop/codrone/materials/PPT/.ppt-work/images/week11/slide0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미션 9 - 복합 경로 비행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868680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051560"/>
            <a:ext cx="356616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1단계: 이륙 (안정적으로 띄우기)</a:t>
            </a:r>
            <a:endParaRPr lang="en-US" sz="15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2단계: 전진 비행 (목표 방향으로 직진)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393192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356616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3단계: 링 통과 (고리 중앙을 정확히 통과)</a:t>
            </a:r>
            <a:endParaRPr lang="en-US" sz="15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4단계: 착륙 (지정 구역에 안전 착지)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미션 10 - S자 비행 코스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11주차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80467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구불구불한 S자 경로를 부드럽게 완주하는 조종 실력 테스트!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399032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1298448"/>
            <a:ext cx="722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S자 경로: 왼쪽→오른쪽→왼쪽 순서로 이동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1938528"/>
            <a:ext cx="502920" cy="502920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05740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1956816"/>
            <a:ext cx="722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 전환 시 속도를 줄이는 게 핵심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596896"/>
            <a:ext cx="502920" cy="5029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15768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2615184"/>
            <a:ext cx="722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코스 라인을 벗어나지 않도록 집중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3255264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374136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273552"/>
            <a:ext cx="7223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부드러운 방향 전환 = 높은 점수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채점 기준 &amp; 도전 순서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80467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알고 도전하면 더 높은 점수를 받을 수 있다!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미션 완주 여부: 기본 점수 부여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정확도: 목표 지점과 거리에 따라 가산점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장애물 접촉: 감점 적용</a:t>
            </a:r>
            <a:endParaRPr lang="en-US" sz="18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도전 순서: 원하는 미션부터 자유롭게 선택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팁 &amp; 전략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868680"/>
            <a:ext cx="3840480" cy="3520440"/>
          </a:xfrm>
          <a:prstGeom prst="roundRect">
            <a:avLst>
              <a:gd name="adj" fmla="val 3117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116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비행 전 계획과 연습이 성공의 비결!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6280" y="960120"/>
            <a:ext cx="42062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비행 전: 코스를 눈으로 먼저 파악하기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비행 중: 서두르지 말고 천천히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실수해도: 당황하지 말고 다시 집중</a:t>
            </a:r>
            <a:endParaRPr lang="en-US" sz="1600" dirty="0"/>
          </a:p>
          <a:p>
            <a:pPr marL="203200" indent="-2032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전략: 자신 있는 미션부터 먼저 도전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 정리 &amp; 퀴즈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" y="1033272"/>
            <a:ext cx="1920240" cy="3474720"/>
          </a:xfrm>
          <a:prstGeom prst="roundRect">
            <a:avLst>
              <a:gd name="adj" fmla="val 5714"/>
            </a:avLst>
          </a:prstGeom>
          <a:solidFill>
            <a:srgbClr val="E2E8F0">
              <a:alpha val="5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005840"/>
            <a:ext cx="1920240" cy="34747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8700" y="1234440"/>
            <a:ext cx="77724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8700" y="134416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" y="1874520"/>
            <a:ext cx="159105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Q1: 복합 미션이란 무엇인가요?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329184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015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65760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87752" y="1033272"/>
            <a:ext cx="1920240" cy="3474720"/>
          </a:xfrm>
          <a:prstGeom prst="roundRect">
            <a:avLst>
              <a:gd name="adj" fmla="val 5714"/>
            </a:avLst>
          </a:prstGeom>
          <a:solidFill>
            <a:srgbClr val="E2E8F0">
              <a:alpha val="5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1005840"/>
            <a:ext cx="1920240" cy="34747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31820" y="1234440"/>
            <a:ext cx="77724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31820" y="134416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24912" y="1874520"/>
            <a:ext cx="159105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Q2: 정밀 착륙에서 가장 중요한 것은?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697480" y="329184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8920" y="34015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88920" y="365760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90872" y="1033272"/>
            <a:ext cx="1920240" cy="3474720"/>
          </a:xfrm>
          <a:prstGeom prst="roundRect">
            <a:avLst>
              <a:gd name="adj" fmla="val 5714"/>
            </a:avLst>
          </a:prstGeom>
          <a:solidFill>
            <a:srgbClr val="E2E8F0">
              <a:alpha val="5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005840"/>
            <a:ext cx="1920240" cy="34747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34940" y="1234440"/>
            <a:ext cx="77724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4940" y="134416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28032" y="1874520"/>
            <a:ext cx="159105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Q3: 장애물 비행에서 점수를 잃지 않으려면?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00600" y="329184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4015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92040" y="365760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93992" y="1033272"/>
            <a:ext cx="1920240" cy="3474720"/>
          </a:xfrm>
          <a:prstGeom prst="roundRect">
            <a:avLst>
              <a:gd name="adj" fmla="val 5714"/>
            </a:avLst>
          </a:prstGeom>
          <a:solidFill>
            <a:srgbClr val="E2E8F0">
              <a:alpha val="50000"/>
            </a:srgbClr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0" y="1005840"/>
            <a:ext cx="1920240" cy="34747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38060" y="1234440"/>
            <a:ext cx="777240" cy="4572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38060" y="1344168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31152" y="1874520"/>
            <a:ext cx="1591056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Q4: S자 비행에서 방향을 바꿀 때 어떻게 해야 할까요?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903720" y="329184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F0F9FF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95160" y="340156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정답: 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995160" y="3657600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/Desktop/codrone/materials/PPT/.ppt-work/images/week11/slide1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286000"/>
            <a:ext cx="9144000" cy="2857500"/>
          </a:xfrm>
          <a:prstGeom prst="rect">
            <a:avLst/>
          </a:prstGeom>
          <a:solidFill>
            <a:srgbClr val="0C4A6E">
              <a:alpha val="80000"/>
            </a:srgbClr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0C4A6E">
              <a:alpha val="90000"/>
            </a:srgbClr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 예고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주는 최종 도전! 타임어택과 자유비행이 기다린다!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타임어택 · 자유비행 과제 · 전체 미션 랭킹 &amp; 시상식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수업 수고했어요!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11주차 복합 미션</dc:title>
  <dc:subject>초등생 드론 코딩 교실 11주차</dc:subject>
  <dc:creator>강경태 (UNIST)</dc:creator>
  <cp:lastModifiedBy>강경태 (UNIST)</cp:lastModifiedBy>
  <cp:revision>1</cp:revision>
  <dcterms:created xsi:type="dcterms:W3CDTF">2026-03-02T06:52:24Z</dcterms:created>
  <dcterms:modified xsi:type="dcterms:W3CDTF">2026-03-02T06:52:24Z</dcterms:modified>
</cp:coreProperties>
</file>